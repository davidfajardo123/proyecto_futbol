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B5E1B-B05D-488C-9CCB-B48DCD1AE36B}" type="datetimeFigureOut">
              <a:rPr lang="es-CO" smtClean="0"/>
              <a:t>26/11/2025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E708B-CB81-4C69-A4E8-85A7C53405B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4395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Nota de </a:t>
            </a:r>
            <a:r>
              <a:rPr lang="es-CO" dirty="0" err="1"/>
              <a:t>presentacion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8E708B-CB81-4C69-A4E8-85A7C53405B9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3490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2CFCC6-6EFC-DB03-19F9-DE5D95802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BDDCAF-FDAE-66F8-2307-A9073D858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F837CE-DBDE-8E63-164B-F024AF56D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03E-12E1-4AF4-810E-76194511EFC1}" type="datetimeFigureOut">
              <a:rPr lang="es-CO" smtClean="0"/>
              <a:t>26/11/2025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651023-236B-9B4E-2C52-D10D00470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8CE731-329F-F756-DC42-381D8C43B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59C7-78D1-486E-8A9F-4F7DC21CB1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4687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A140F-CBDD-11FF-F5FA-64BC4BAFD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052A67-48A3-7DC9-7E6D-EE6058459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C1CC2D-259B-D34E-EEC7-0D4070B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03E-12E1-4AF4-810E-76194511EFC1}" type="datetimeFigureOut">
              <a:rPr lang="es-CO" smtClean="0"/>
              <a:t>26/11/2025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2BC624-EB61-74EA-19B3-7CFC4E4A6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3798D5-EFD4-BD59-491B-B7B2CD84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59C7-78D1-486E-8A9F-4F7DC21CB1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7862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BEEA4-580B-CEC6-8BAF-44B15D60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CA5B3F-B678-17A7-F222-F63D4859B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327CBA-B2DC-FE9C-DCC0-EDB377AA7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03E-12E1-4AF4-810E-76194511EFC1}" type="datetimeFigureOut">
              <a:rPr lang="es-CO" smtClean="0"/>
              <a:t>26/11/2025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1EDDE9-2952-F219-D1A1-EACC74BA5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66C515-E6DE-635C-996C-1E70404E7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59C7-78D1-486E-8A9F-4F7DC21CB1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73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5FDE68-E8BB-F9DC-D56A-087EFAB72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4D9781-ED20-6F63-6BDF-8B08C77E21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A5FA5A-FF9C-E487-4431-AE0EF1626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08A375-3ADB-BB05-E99B-B208CBA5C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03E-12E1-4AF4-810E-76194511EFC1}" type="datetimeFigureOut">
              <a:rPr lang="es-CO" smtClean="0"/>
              <a:t>26/11/2025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986559-B61D-7CD6-BBB1-94D074BDB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40B6C7-B89E-9895-98F6-79CBA0CC0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59C7-78D1-486E-8A9F-4F7DC21CB1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2447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4542F-FCE6-B1B7-8057-D13C6BF89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727F7A-74C7-006E-79B9-A77E3CAF8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197518-FD66-1270-8FDE-203960885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F23778A-48CB-DDD6-B18C-87F33D8DC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458F35C-9867-2F46-9B4E-B4FC31A9F2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928623-0EB2-D1ED-914D-5A72FA869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03E-12E1-4AF4-810E-76194511EFC1}" type="datetimeFigureOut">
              <a:rPr lang="es-CO" smtClean="0"/>
              <a:t>26/11/2025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5BB6B42-CBAB-081C-5E42-05B372FF8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B7CD8E-BFC9-E6AC-C9C3-055803DDF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59C7-78D1-486E-8A9F-4F7DC21CB1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1343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4463-B5BE-EEC2-0D43-462750529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D5FC131-2648-89C2-2FE7-5A5F060E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03E-12E1-4AF4-810E-76194511EFC1}" type="datetimeFigureOut">
              <a:rPr lang="es-CO" smtClean="0"/>
              <a:t>26/11/2025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0B84B8-574E-EAFE-846D-7C99D8869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DD65856-D2BB-7971-FE71-62835F4A2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59C7-78D1-486E-8A9F-4F7DC21CB1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0041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BA133E-60DA-1A03-861C-0306DF34E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03E-12E1-4AF4-810E-76194511EFC1}" type="datetimeFigureOut">
              <a:rPr lang="es-CO" smtClean="0"/>
              <a:t>26/11/2025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54B75B0-24C1-87D5-BD7B-303F99369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A40E5E-C64D-DC5A-2AD7-0AFC65668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59C7-78D1-486E-8A9F-4F7DC21CB1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9323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2D12D4-853D-E1CA-748D-91D507999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7F049B-1926-8D72-0F13-7926C4884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1CAD70-E180-BDAF-C362-F81C0EF4D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2050CC-42A1-B471-4D30-30C8C70B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03E-12E1-4AF4-810E-76194511EFC1}" type="datetimeFigureOut">
              <a:rPr lang="es-CO" smtClean="0"/>
              <a:t>26/11/2025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9F1E1E-4F85-B1F2-B3CF-0960D409A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001681-28F3-5CF5-459C-963B75292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59C7-78D1-486E-8A9F-4F7DC21CB1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5127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3E9FC5-1DD7-4E44-82C6-F1CCDF4B4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07EBF90-51B0-1F33-3FC1-5CF8F2EEB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03272E3-845B-4CA0-D8D0-D14773041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DA42A5-9261-2687-7C3C-937942473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03E-12E1-4AF4-810E-76194511EFC1}" type="datetimeFigureOut">
              <a:rPr lang="es-CO" smtClean="0"/>
              <a:t>26/11/2025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093990-5AA5-F1AB-4D16-1B85C30E8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1983B4-0D68-E21E-3524-DE42F7C55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59C7-78D1-486E-8A9F-4F7DC21CB1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7818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C15A1-9257-512D-2011-31CA14D01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793179-D63E-D079-EA34-0E1CE93B1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D47C45-E55E-5982-1DB3-FBD6BB6A7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03E-12E1-4AF4-810E-76194511EFC1}" type="datetimeFigureOut">
              <a:rPr lang="es-CO" smtClean="0"/>
              <a:t>26/11/2025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C3C6F5-0DEC-314A-3F3B-DFEF6D187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1EE0F8-7CFB-1EE0-EAF1-7AD0D91D3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59C7-78D1-486E-8A9F-4F7DC21CB1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882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C4F68EC-2282-4902-5F48-3480142ED5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880F9D2-D898-2673-C6D3-F1ED61EAD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5B0D7F-D036-B3A7-725E-9AD310B39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03E-12E1-4AF4-810E-76194511EFC1}" type="datetimeFigureOut">
              <a:rPr lang="es-CO" smtClean="0"/>
              <a:t>26/11/2025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8BD878-D95C-EC39-DD18-6810F6AD1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F6C980-51B2-AAD9-C4FB-14727836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E59C7-78D1-486E-8A9F-4F7DC21CB1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8455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9D0706-5DD4-998C-3FCE-3D37CC6CE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4BD990-2697-4830-3B1C-99660C7A4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AFAC86-B22B-D3A1-7F0C-CDA57BAC7A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3AC03E-12E1-4AF4-810E-76194511EFC1}" type="datetimeFigureOut">
              <a:rPr lang="es-CO" smtClean="0"/>
              <a:t>26/11/2025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592786-0A15-6A0B-96B0-F97616519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FF8DDB-359E-D88F-6D6E-70318A659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1E59C7-78D1-486E-8A9F-4F7DC21CB1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241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A5986-6A64-7392-8443-FEC2D6D374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 err="1"/>
              <a:t>Presentacion</a:t>
            </a:r>
            <a:r>
              <a:rPr lang="es-CO" dirty="0"/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83092B-552C-012C-186A-D348021D02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44867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Panorámica</PresentationFormat>
  <Paragraphs>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Mauricio Fajardo Prada</dc:creator>
  <cp:lastModifiedBy>David Mauricio Fajardo Prada</cp:lastModifiedBy>
  <cp:revision>1</cp:revision>
  <dcterms:created xsi:type="dcterms:W3CDTF">2025-11-27T01:28:41Z</dcterms:created>
  <dcterms:modified xsi:type="dcterms:W3CDTF">2025-11-27T01:28:56Z</dcterms:modified>
</cp:coreProperties>
</file>